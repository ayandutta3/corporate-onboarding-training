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Corporate Onboarding &amp; Training Intelligence Hub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Agentic RAG with Division RBAC &amp; RAGAS Observability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06502"/>
            <a:ext cx="1633910" cy="215354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48992"/>
            <a:ext cx="19209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AI PLATFORM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29870" y="3206502"/>
            <a:ext cx="1253133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4926" y="3248992"/>
            <a:ext cx="15402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 — PITCH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5025"/>
            <a:ext cx="4722763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Knowledge Crisis in Enterprise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96119" y="1275904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3842" y="1393627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Knowledge Silos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13842" y="1624087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content trapped in PDFs and video recordings — unsearchable, unindexed, and inaccessible at scale.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6119" y="2156520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3842" y="2274243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🔓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Security Leaks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3842" y="2504703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Cross-division data exposure from flat RAG architectures with no query-level access control.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96119" y="3037136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3842" y="3154859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💸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Uncontrolled LLM Costs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3842" y="3385319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Bloated context windows and redundant inference driving unsustainable token expenditure.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6119" y="3917752"/>
            <a:ext cx="4722763" cy="790649"/>
          </a:xfrm>
          <a:prstGeom prst="roundRect">
            <a:avLst>
              <a:gd name="adj" fmla="val 6001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842" y="4035475"/>
            <a:ext cx="448731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Untrusted Search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3842" y="4265935"/>
            <a:ext cx="448731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Hallucinated answers and low-confidence retrieval eroding user trust in AI-assisted onboarding.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961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Platform Solution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2001"/>
            <a:ext cx="5196483" cy="29446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9216" y="1031007"/>
            <a:ext cx="266335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LangGraph Agentic RAG State Machine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89216" y="1505620"/>
            <a:ext cx="266335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Stateful orchestration of retrieval, routing, and generation — with explicit decision gates at every step.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89216" y="2178025"/>
            <a:ext cx="2663354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989216" y="2335634"/>
            <a:ext cx="26633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Query-Level Division RBAC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89216" y="2623393"/>
            <a:ext cx="2663354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query is scoped to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businessLine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vector search executes. No leakage, by design.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89216" y="3305324"/>
            <a:ext cx="2663354" cy="14288"/>
          </a:xfrm>
          <a:prstGeom prst="roundRect">
            <a:avLst>
              <a:gd name="adj" fmla="val 4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89216" y="3462933"/>
            <a:ext cx="2663354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Whisper Media Ingestion + Semantic Caching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89216" y="3937546"/>
            <a:ext cx="2663354" cy="71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Audio/video transcribed via Whisper, embedded lazily, and cached at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user_email:query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granularity — cutting redundant LLM calls by 90%.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9241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Layered for Scale &amp; Security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44291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separates concerns across five discrete layers — each independently scalable and auditable.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66702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handles async request routing with sub-10ms overhead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MongoDB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stores RBAC policies, user scopes, and division metadata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ChromaDB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manages lazy-loaded vector collections per business unit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Lazy Embedding Engine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defers inference until query-time, slashing idle compute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4522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Multi-Format Ingestion Pipeline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119" y="1122238"/>
            <a:ext cx="609154" cy="8591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38898" y="1244054"/>
            <a:ext cx="40089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MoviePy Extraction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638898" y="1497211"/>
            <a:ext cx="40089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pulled from video in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sub-0.5 seconds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 transcoding overhead.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1981423"/>
            <a:ext cx="609154" cy="8591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38898" y="2103239"/>
            <a:ext cx="40089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Whisper Transcription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638898" y="2356396"/>
            <a:ext cx="40089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Whisper converts speech to text with speaker diarization support.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840608"/>
            <a:ext cx="609154" cy="8591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38898" y="2962424"/>
            <a:ext cx="40089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Paragraph Aggregation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638898" y="3215580"/>
            <a:ext cx="40089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 second timestamp windows merged into semantic chunks —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60%+ DB savings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3699793"/>
            <a:ext cx="609154" cy="8591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38898" y="3821609"/>
            <a:ext cx="400898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Lazy Embedding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638898" y="4074765"/>
            <a:ext cx="40089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Vectors generated on-demand, not at ingest — eliminating cold-storage waste.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297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Video Timeline UI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07852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061790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Precision-Linked Retrieval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1013" y="2294260"/>
            <a:ext cx="2691557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don't just get an answer — they get the </a:t>
            </a:r>
            <a:pPr algn="l"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moment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training video where that answer was spoken.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25801"/>
            <a:ext cx="2668414" cy="720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429" y="4141961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 Badges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69429" y="4345112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and audio source indicators displayed inline with retrieved segments.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756" y="4025801"/>
            <a:ext cx="2668414" cy="720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11066" y="4141961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Merged Intervals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11066" y="4345112"/>
            <a:ext cx="2378943" cy="28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spans (e.g., 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00:00–04:10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collapsed into single clickable regions.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9393" y="4025801"/>
            <a:ext cx="2668488" cy="720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2704" y="4141961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Hover Speech Tooltips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52704" y="4345112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Transcript snippets surface on hover — no playback required for quick scanning.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&amp; User-Scoped Caching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31941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Query-Level MongoDB Isolation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471291"/>
            <a:ext cx="3986733" cy="181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retrieval query is pre-filtered against the user's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division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businessLine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 in MongoDB. Insurance users never touch Retail vectors. Engineering never sees Finance metadata.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713732"/>
            <a:ext cx="3986733" cy="9525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78383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Cache Key: </a:t>
            </a:r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user_email:query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293570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Identical queries from the same user hit the cache layer — bypassing embedding and LLM entirely.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 latency reduction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repeat queries.</a:t>
            </a:r>
            <a:endParaRPr lang="en-US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39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Prompt Optimization Matrix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9012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41301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Two-Layer Token Discipline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60451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Headroom Context Budget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enforces a hard 750-token ceiling on retrieved context — truncating low-relevance chunks before they reach the LLM.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79849"/>
            <a:ext cx="3902943" cy="19050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49701" y="2693789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Caveman Output Compression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strips verbose LLM preamble, markdown overhead, and redundant explanations — delivering only the answer payload.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533701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748757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696667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strategy achieves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 token reduction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baseline — directly translating to LLM cost savings at enterprise query volume.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5648"/>
            <a:ext cx="4722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Observability &amp; RAGAS Scoring</a:t>
            </a:r>
            <a:endParaRPr lang="en-US" sz="1750" dirty="0"/>
          </a:p>
        </p:txBody>
      </p:sp>
      <p:sp>
        <p:nvSpPr>
          <p:cNvPr id="4" name="Shape 1"/>
          <p:cNvSpPr/>
          <p:nvPr/>
        </p:nvSpPr>
        <p:spPr>
          <a:xfrm>
            <a:off x="496119" y="796603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1666" y="892150"/>
            <a:ext cx="272430" cy="2724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601" y="967085"/>
            <a:ext cx="122560" cy="122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666" y="1222697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Faithfulness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91666" y="1399505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whether generated answers are grounded in retrieved context — detecting hallucination at inference time.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96119" y="1791444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1666" y="1886992"/>
            <a:ext cx="272430" cy="2724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601" y="1961927"/>
            <a:ext cx="122560" cy="122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1666" y="2217539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 Precision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591666" y="2394347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whether the most relevant chunks appear at the top of the retrieval window — optimizing token budget usage.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96119" y="2786286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1666" y="2881833"/>
            <a:ext cx="272430" cy="2724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601" y="2956768"/>
            <a:ext cx="122560" cy="1225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1666" y="3212381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Answer Relevancy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591666" y="3389188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whether the final response directly addresses the user's query — closing the quality feedback loop.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496119" y="3781127"/>
            <a:ext cx="4722763" cy="936724"/>
          </a:xfrm>
          <a:prstGeom prst="roundRect">
            <a:avLst>
              <a:gd name="adj" fmla="val 40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1666" y="3876675"/>
            <a:ext cx="272430" cy="27243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601" y="3951610"/>
            <a:ext cx="122560" cy="1225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91666" y="4207222"/>
            <a:ext cx="45316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Langfuse Trace Logging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591666" y="4384030"/>
            <a:ext cx="453166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trace-level observability: every span, token count, latency milestone, and RAGAS score logged in real time.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Impact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0573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96119" y="1706017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Cost Reduction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976512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semantic caching, lazy embedding, and prompt compression at scale.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130573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644703" y="1706017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Hallucinations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76512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RAGAS Faithfulness gating blocks ungrounded answers before delivery.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665437"/>
            <a:ext cx="4003104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96119" y="3240881"/>
            <a:ext cx="400310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Division Isolation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511376"/>
            <a:ext cx="400310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Query-level RBAC ensures zero cross-division data leakage by architecture.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665437"/>
            <a:ext cx="4003179" cy="42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&lt;0.5s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44703" y="3240881"/>
            <a:ext cx="400317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 Ingestion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511376"/>
            <a:ext cx="40031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extraction from video via MoviePy — enabling real-time onboarding content pipelines.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4034210"/>
            <a:ext cx="8151763" cy="677168"/>
          </a:xfrm>
          <a:prstGeom prst="roundRect">
            <a:avLst>
              <a:gd name="adj" fmla="val 7969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57" y="4215631"/>
            <a:ext cx="160586" cy="1284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3581" y="4182666"/>
            <a:ext cx="76058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Enterprise-ready from day one.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Multi-modal accessibility, absolute data isolation, and auditable AI — built for the compliance and scale demands of global enterprise onboarding.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2026-08-03T15:41:07Z</dcterms:created>
  <dcterms:modified xsi:type="dcterms:W3CDTF">2026-08-03T15:41:07Z</dcterms:modified>
</cp:coreProperties>
</file>